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Product Similarity &amp;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Image-Based Recommendation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(Amazon-Style)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  |   </a:t>
            </a:r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FAISS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2926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32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Lakshana Murugesan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marketplaces host millions of products where textual metadata (title, description, tags) is often noisy, incomplete, or misleading.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keyword-based search fails when users want visually similar products — same style, color, or design.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9768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“Customers who viewed this item also viewed”
</a:t>
            </a:r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“Similar items”
</a:t>
            </a:r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Images matter more than text.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4297680" cy="2011680"/>
          </a:xfrm>
          <a:prstGeom prst="roundRect">
            <a:avLst>
              <a:gd name="adj" fmla="val 5455"/>
            </a:avLst>
          </a:prstGeom>
          <a:solidFill>
            <a:srgbClr val="FBEAEA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1737360"/>
            <a:ext cx="502920" cy="5029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0" y="21488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"blue floral top" misses visually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items tagged differently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3703320"/>
            <a:ext cx="4297680" cy="2011680"/>
          </a:xfrm>
          <a:prstGeom prst="roundRect">
            <a:avLst>
              <a:gd name="adj" fmla="val 5455"/>
            </a:avLst>
          </a:prstGeom>
          <a:solidFill>
            <a:srgbClr val="E4F7F1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0" y="3977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Search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0" y="43891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image → instantly find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matching products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Product Similarity &amp; Image-Based Recommendation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 Case — How Amazon Uses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8988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product search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280160" y="17099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image → find similar items instantly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2257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product discovery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80160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when text search fails to surface results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82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25526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rate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80160" y="357530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visually relevant products drives purchases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metadata dependency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80160" y="450799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reliance on manually curated product tags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48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🛋️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120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UX across categories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280160" y="54406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furniture, accessories, and home décor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Product Similarity &amp; Image-Based Recommendation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visual embeddings from product images using deep learning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similarity search engine to find visually similar products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return Top-K similar products for any input image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35440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35440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production-like recommendation pipeline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Product Similarity &amp; Image-Based Recommendation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— 5-Step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21031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4732" y="181051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284732" y="1810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324612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(FC layer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removed) → 2048-d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vector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42032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16352" y="21031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6724" y="181051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506724" y="1810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07792" y="2560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24612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vectors, build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FAISS cosine-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index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64024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38344" y="21031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28716" y="181051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728716" y="1810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9784" y="2560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48072" y="324612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query embedding,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FAISS for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neighbors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86016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260336" y="21031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0708" y="181051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950708" y="1810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51776" y="2560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70064" y="324612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similarity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score; filter by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08008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482328" y="21031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72700" y="181051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10172700" y="1810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573768" y="2560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592056" y="324612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Precision@K, Recall@K,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visual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Product Similarity &amp; Image-Based Recommendation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213055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359152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13055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Framework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47872" y="2359152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TorchVision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382512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2512" y="213055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82512" y="2359152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(pretrained, FC layer removed)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141732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217152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21715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17152" y="213055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17152" y="2359152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— IndexFlatIP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83464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2999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" y="354787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3232" y="3776472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283464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9" name="Shape 27"/>
          <p:cNvSpPr/>
          <p:nvPr/>
        </p:nvSpPr>
        <p:spPr>
          <a:xfrm>
            <a:off x="3547872" y="2999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547872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47872" y="354787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Store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47872" y="3776472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(normalized, indexed)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83464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82512" y="2999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382512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2512" y="354787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82512" y="3776472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52560" y="283464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39" name="Shape 37"/>
          <p:cNvSpPr/>
          <p:nvPr/>
        </p:nvSpPr>
        <p:spPr>
          <a:xfrm>
            <a:off x="9217152" y="2999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9217152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17152" y="354787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217152" y="3776472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API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Product Similarity &amp; Image-Based Recommendation System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“Fashion Product Images (Small)”, a public, industry-accepted e-commerce dataset with structured category metadata.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were grouped by article type (Shirts, Jackets, Watches, Handbags, …), keeping categories with ≥15 images and sampling up to 40 per category — balancing dataset size against fast CPU embedding extraction.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040880" y="1463040"/>
            <a:ext cx="457200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269480" y="153619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44,441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961120" y="1463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Images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2606040"/>
            <a:ext cx="457200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67919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961120" y="2606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Indexed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3749040"/>
            <a:ext cx="457200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480" y="382219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961120" y="3749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4892040"/>
            <a:ext cx="457200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496519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61120" y="4892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Recommended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Product Similarity &amp; Image-Based Recommendation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4688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32888" y="29718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80360" y="24688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8036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73168" y="29718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20640" y="24688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2064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13448" y="29718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60920" y="24688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🗃️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53728" y="29718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601200" y="24688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0120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image in → embedding extracted → cosine-similarity search → ranked Top-K results out, in under a second.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Product Similarity &amp; Image-Based Recommendation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0.6676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~3.3 of every 5 results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query's category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5544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828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0.0856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1772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063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 of the theoretical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achievable at K=5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828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Sub-second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41248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Latency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8200" y="3063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FAISS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 search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all 2,000 indexed products (each used as its own query, excluding itself); same-category images treated as ground-truth relevant items.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Qualitative: visually coherent recommendations (same style, color, structure) — confirmed via real product-image queries in the Streamlit app.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Product Similarity &amp; Image-Based Recommendation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— Streamlit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9050">
            <a:solidFill>
              <a:srgbClr val="DDE3EE"/>
            </a:solidFill>
            <a:prstDash val="solid"/>
          </a:ln>
        </p:spPr>
      </p:sp>
      <p:pic>
        <p:nvPicPr>
          <p:cNvPr id="4" name="Image 0" descr="./screenshot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08760"/>
            <a:ext cx="1024128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Product Similarity &amp; Image-Based Recommendation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working, computer-vision-based visual product recommendation pipeline — covering dataset preparation, deep learning feature extraction, vector indexing, quantitative evaluation, and an interactive user-facing application.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960120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657600"/>
            <a:ext cx="9235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Precision@5 of 0.6676 on a real, industry-standard product image dataset.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Product Similarity &amp; Image-Based Recommendation System</dc:title>
  <dc:subject>PptxGenJS Presentation</dc:subject>
  <dc:creator>Lakshana Murugesan</dc:creator>
  <cp:lastModifiedBy>Lakshana Murugesan</cp:lastModifiedBy>
  <cp:revision>1</cp:revision>
  <dcterms:created xsi:type="dcterms:W3CDTF">2026-08-21T07:37:50Z</dcterms:created>
  <dcterms:modified xsi:type="dcterms:W3CDTF">2026-08-21T07:37:50Z</dcterms:modified>
</cp:coreProperties>
</file>